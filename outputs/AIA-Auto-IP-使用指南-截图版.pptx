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b7a86f26a14197" /><Relationship Type="http://schemas.openxmlformats.org/officeDocument/2006/relationships/extended-properties" Target="/docProps/app.xml" Id="R62c290b4a8cb4636" /><Relationship Type="http://schemas.openxmlformats.org/officeDocument/2006/relationships/officeDocument" Target="/ppt/presentation.xml" Id="Rdf1cfbdb0be145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67acf83ee54a14"/>
  </p:sldMasterIdLst>
  <p:notesMasterIdLst>
    <p:notesMasterId xmlns:r="http://schemas.openxmlformats.org/officeDocument/2006/relationships" r:id="R78a5347677dc42a3"/>
  </p:notesMasterIdLst>
  <p:sldIdLst>
    <p:sldId xmlns:r="http://schemas.openxmlformats.org/officeDocument/2006/relationships" id="256" r:id="Ra9103a154f854b37"/>
    <p:sldId xmlns:r="http://schemas.openxmlformats.org/officeDocument/2006/relationships" id="257" r:id="Rc3f0919da9dd42a2"/>
    <p:sldId xmlns:r="http://schemas.openxmlformats.org/officeDocument/2006/relationships" id="258" r:id="Rabb8f42f08414030"/>
    <p:sldId xmlns:r="http://schemas.openxmlformats.org/officeDocument/2006/relationships" id="259" r:id="R8b81ec7fed6d4988"/>
    <p:sldId xmlns:r="http://schemas.openxmlformats.org/officeDocument/2006/relationships" id="260" r:id="R143aa1b3143f40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ef40f5aea74b37" /><Relationship Type="http://schemas.openxmlformats.org/officeDocument/2006/relationships/slideMaster" Target="/ppt/slideMasters/slideMaster1.xml" Id="Raa67acf83ee54a14" /><Relationship Type="http://schemas.openxmlformats.org/officeDocument/2006/relationships/notesMaster" Target="/ppt/notesMasters/notesMaster1.xml" Id="R78a5347677dc42a3" /><Relationship Type="http://schemas.openxmlformats.org/officeDocument/2006/relationships/presProps" Target="/ppt/presProps.xml" Id="R45f15d626648455b" /><Relationship Type="http://schemas.openxmlformats.org/officeDocument/2006/relationships/tableStyles" Target="/ppt/tableStyles.xml" Id="R1be42e8486f2406c" /><Relationship Type="http://schemas.openxmlformats.org/officeDocument/2006/relationships/slide" Target="/ppt/slides/slide1.xml" Id="Ra9103a154f854b37" /><Relationship Type="http://schemas.openxmlformats.org/officeDocument/2006/relationships/slide" Target="/ppt/slides/slide2.xml" Id="Rc3f0919da9dd42a2" /><Relationship Type="http://schemas.openxmlformats.org/officeDocument/2006/relationships/slide" Target="/ppt/slides/slide3.xml" Id="Rabb8f42f08414030" /><Relationship Type="http://schemas.openxmlformats.org/officeDocument/2006/relationships/slide" Target="/ppt/slides/slide4.xml" Id="R8b81ec7fed6d4988" /><Relationship Type="http://schemas.openxmlformats.org/officeDocument/2006/relationships/slide" Target="/ppt/slides/slide5.xml" Id="R143aa1b3143f40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a19f8990aa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17d436e29349c7" /><Relationship Type="http://schemas.openxmlformats.org/officeDocument/2006/relationships/notesMaster" Target="/ppt/notesMasters/notesMaster1.xml" Id="Rd7ba74bf41664a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b90ed39ada4b37" /><Relationship Type="http://schemas.openxmlformats.org/officeDocument/2006/relationships/notesMaster" Target="/ppt/notesMasters/notesMaster1.xml" Id="R09de137c63104d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7c7072d86c409d" /><Relationship Type="http://schemas.openxmlformats.org/officeDocument/2006/relationships/notesMaster" Target="/ppt/notesMasters/notesMaster1.xml" Id="Rf6b0c98f9ec349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717b3a6df4f16" /><Relationship Type="http://schemas.openxmlformats.org/officeDocument/2006/relationships/notesMaster" Target="/ppt/notesMasters/notesMaster1.xml" Id="R4f498940a80f40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7ba1d869164ede" /><Relationship Type="http://schemas.openxmlformats.org/officeDocument/2006/relationships/notesMaster" Target="/ppt/notesMasters/notesMaster1.xml" Id="R3e9696ca86614a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e975f048040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606be1894243fe" /><Relationship Type="http://schemas.openxmlformats.org/officeDocument/2006/relationships/slideLayout" Target="/ppt/slideLayouts/slideLayout1.xml" Id="R6468d02a75af44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68d02a75af44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d1843fe464b78" /><Relationship Type="http://schemas.openxmlformats.org/officeDocument/2006/relationships/image" Target="/ppt/media/image.png" Id="Rc6d509d2d71b4975" /><Relationship Type="http://schemas.openxmlformats.org/officeDocument/2006/relationships/notesSlide" Target="/ppt/notesSlides/notesSlide1.xml" Id="Ra3a5c311af794b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47a2c7f8f40d3" /><Relationship Type="http://schemas.openxmlformats.org/officeDocument/2006/relationships/image" Target="/ppt/media/image2.png" Id="R2f2a1f475cf84aad" /><Relationship Type="http://schemas.openxmlformats.org/officeDocument/2006/relationships/notesSlide" Target="/ppt/notesSlides/notesSlide2.xml" Id="R5bc6fa8715e343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00abc55b34275" /><Relationship Type="http://schemas.openxmlformats.org/officeDocument/2006/relationships/image" Target="/ppt/media/image3.png" Id="Rd5e3389a75014d66" /><Relationship Type="http://schemas.openxmlformats.org/officeDocument/2006/relationships/notesSlide" Target="/ppt/notesSlides/notesSlide3.xml" Id="R4f5fca5236ce4a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a385f8e414737" /><Relationship Type="http://schemas.openxmlformats.org/officeDocument/2006/relationships/image" Target="/ppt/media/image4.png" Id="Raec2f2314cc64879" /><Relationship Type="http://schemas.openxmlformats.org/officeDocument/2006/relationships/notesSlide" Target="/ppt/notesSlides/notesSlide4.xml" Id="R26d1a0622b7f42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1ed81de164f5c" /><Relationship Type="http://schemas.openxmlformats.org/officeDocument/2006/relationships/image" Target="/ppt/media/image5.png" Id="R07676f7f1e614c95" /><Relationship Type="http://schemas.openxmlformats.org/officeDocument/2006/relationships/notesSlide" Target="/ppt/notesSlides/notesSlide5.xml" Id="R34a3b5da361e45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EEA50-1AA0-401F-BA66-E11B1FB3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143500"/>
            <a:ext cx="4762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85624-1BF9-435E-975A-419DFDE4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238250"/>
            <a:ext cx="31432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762D4-1F40-4B77-A4BB-90465338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31145"/>
                </a:solidFill>
              </a:defRPr>
            </a:pPr>
            <a:r>
              <a:rPr sz="900" b="1">
                <a:solidFill>
                  <a:srgbClr val="D31145"/>
                </a:solidFill>
              </a:rPr>
              <a:t>AIA AUTO 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D03D9-9740-4280-A4BE-4736F3D7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9911E-C5CF-40BC-A6E3-B49776AE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31145"/>
                </a:solidFill>
              </a:defRPr>
            </a:pPr>
            <a:r>
              <a:rPr sz="975" b="1">
                <a:solidFill>
                  <a:srgbClr val="D31145"/>
                </a:solidFill>
              </a:rPr>
              <a:t>第 1 步 · 登录匹配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028E0-289F-4641-8E54-D617D9C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B35"/>
                </a:solidFill>
              </a:defRPr>
            </a:pPr>
            <a:r>
              <a:rPr sz="2550" b="1">
                <a:solidFill>
                  <a:srgbClr val="121B35"/>
                </a:solidFill>
              </a:rPr>
              <a:t>输入姓名和营销员编号，找到你的已有资料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45D9E-A9B0-4B50-BCB9-4A108CC4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已报名的友邦红人会自动带入基础资料；不在名单中也可以直接开始。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32EC3-4A14-42BB-A80B-013187D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96265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509d2d71b4975"/>
          <a:stretch xmlns:a="http://schemas.openxmlformats.org/drawingml/2006/main"/>
        </p:blipFill>
        <p:spPr>
          <a:xfrm xmlns:a="http://schemas.openxmlformats.org/drawingml/2006/main">
            <a:off x="885825" y="2362200"/>
            <a:ext cx="5791200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6859D-75EB-4CBC-9658-E57FCB9C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3333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9D77A-4DCC-4074-B919-0AA2582C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① 输入两项信息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1CD8C-102F-4F59-8780-C026ECA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姓名 + 营销员编号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7725F-7251-4218-8DE2-E282B24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3333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11E37-0A52-471F-85AD-C967F8F3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② 点击匹配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2A878-355E-4AD2-89B4-2D3B924D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已有资料自动带入，不需要重复填写。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094B5-7CC0-4FAB-9223-3D2E672F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24288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1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D69CC-367E-44C4-BAB5-0F1EEE1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0065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我不在名单中，直接开始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AFDAD-0C81-445E-81ED-5D3C97FC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这一页只做资料匹配；后续信息都通过对话补全。</a:t>
            </a:r>
          </a:p>
        </p:txBody>
      </p:sp>
    </p:spTree>
    <p:extLst>
      <p:ext uri="{BB962C8B-B14F-4D97-AF65-F5344CB8AC3E}">
        <p14:creationId xmlns:p14="http://schemas.microsoft.com/office/powerpoint/2010/main" val="892609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1CB28-207B-4B31-AB03-ECAA078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143500"/>
            <a:ext cx="4762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17A1A-2EFA-493C-A1E3-C07463D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238250"/>
            <a:ext cx="31432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AC82C-6BD8-4182-8D02-1214F78C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31145"/>
                </a:solidFill>
              </a:defRPr>
            </a:pPr>
            <a:r>
              <a:rPr sz="900" b="1">
                <a:solidFill>
                  <a:srgbClr val="D31145"/>
                </a:solidFill>
              </a:rPr>
              <a:t>AIA AUTO 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8CE74-4A99-4582-8208-14D8265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1CC0E-2E9C-4824-B534-2B0FD2A9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31145"/>
                </a:solidFill>
              </a:defRPr>
            </a:pPr>
            <a:r>
              <a:rPr sz="975" b="1">
                <a:solidFill>
                  <a:srgbClr val="D31145"/>
                </a:solidFill>
              </a:rPr>
              <a:t>第 2 步 · 对话补全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2D542-D9CE-4DB0-AF8E-7D821B0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B35"/>
                </a:solidFill>
              </a:defRPr>
            </a:pPr>
            <a:r>
              <a:rPr sz="2550" b="1">
                <a:solidFill>
                  <a:srgbClr val="121B35"/>
                </a:solidFill>
              </a:rPr>
              <a:t>像聊天一样，把 IP 信息补充完整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94F33-F8F9-4840-8C85-D5DD133B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可点选，也可直接输入；系统会先理解、复述，再请你确认保存。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F9C87-DBAB-4064-82E4-BC95D424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8439150" cy="40576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a1f475cf84aad"/>
          <a:stretch xmlns:a="http://schemas.openxmlformats.org/drawingml/2006/main"/>
        </p:blipFill>
        <p:spPr>
          <a:xfrm xmlns:a="http://schemas.openxmlformats.org/drawingml/2006/main">
            <a:off x="2425944" y="2247900"/>
            <a:ext cx="4806462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7AE62-B733-4AF5-90A2-5C52A12B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62200"/>
            <a:ext cx="20764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5DAFC-E893-446B-8345-84C581CC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146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点选 + 输入并存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29F4C-9DD8-4654-ADC8-EAB6D609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服务人群、年龄、优势和荣誉可多选，也可补充自定义内容。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49672-0EB8-4292-B9FB-A279C7A4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20764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0F6CF-FDC8-42AE-AE59-332C6006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195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实时更新档案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C8271-FF3D-4E46-9501-D851266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052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右侧会同步显示已经整理好的 IP 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3446F-D31D-4721-8AEF-1E83BA8B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0"/>
            <a:ext cx="20764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2B657-F1C1-41CC-8E44-692771D0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244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确认后才保存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BF89A-498C-4AA4-B760-F55AB869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0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自然语言修改会先展示调整内容，避免误改。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CBD2A-6854-4134-A18F-9EBAEE38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示例截图为虚拟访客资料，用于展示操作流程。</a:t>
            </a:r>
          </a:p>
        </p:txBody>
      </p:sp>
    </p:spTree>
    <p:extLst>
      <p:ext uri="{BB962C8B-B14F-4D97-AF65-F5344CB8AC3E}">
        <p14:creationId xmlns:p14="http://schemas.microsoft.com/office/powerpoint/2010/main" val="937393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5C24D-0437-4A00-B2EF-8D1FE3F5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143500"/>
            <a:ext cx="4762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A867C-3C33-436E-82D0-EFB072A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238250"/>
            <a:ext cx="31432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57D97-3575-4199-AFA2-DC219673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31145"/>
                </a:solidFill>
              </a:defRPr>
            </a:pPr>
            <a:r>
              <a:rPr sz="900" b="1">
                <a:solidFill>
                  <a:srgbClr val="D31145"/>
                </a:solidFill>
              </a:rPr>
              <a:t>AIA AUTO 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DD38B-D7A5-451D-8B10-ECED8A41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36E2E-EA01-4826-9813-470E6703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31145"/>
                </a:solidFill>
              </a:defRPr>
            </a:pPr>
            <a:r>
              <a:rPr sz="975" b="1">
                <a:solidFill>
                  <a:srgbClr val="D31145"/>
                </a:solidFill>
              </a:rPr>
              <a:t>第 3 步 · 生成方案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33386-CD50-42A0-8CB3-507D1FB2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B35"/>
                </a:solidFill>
              </a:defRPr>
            </a:pPr>
            <a:r>
              <a:rPr sz="2550" b="1">
                <a:solidFill>
                  <a:srgbClr val="121B35"/>
                </a:solidFill>
              </a:rPr>
              <a:t>直接说“生成方案”，专属 IP 方案立即打开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9D925-ED66-4630-84E4-E3B76184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也可以点击右侧生成按钮；两种方式进入同一套生成流程。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BDCC6-CBD3-419F-898C-D46588B4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629650" cy="4400550"/>
          </a:xfrm>
          <a:prstGeom xmlns:a="http://schemas.openxmlformats.org/drawingml/2006/main" prst="roundRect">
            <a:avLst>
              <a:gd name="adj" fmla="val 34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3389a75014d66"/>
          <a:stretch xmlns:a="http://schemas.openxmlformats.org/drawingml/2006/main"/>
        </p:blipFill>
        <p:spPr>
          <a:xfrm xmlns:a="http://schemas.openxmlformats.org/drawingml/2006/main">
            <a:off x="1525905" y="2190750"/>
            <a:ext cx="6797040" cy="424815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309A7-091A-4AB6-9496-02CBCE85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1981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1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5C052-DD2C-4A6B-B66D-D3E0B7F5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亮点 1 · 一句话定位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1054E-1FB3-4F9E-988A-6C5AF50F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2057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695D4-D81D-4763-AAC6-2AACD32F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432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定位先看全貌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A66D5-3DAA-4C85-9840-C6D7F06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目标客户、城市、从业经验、优势与荣誉会一起进入判断。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7C9B9-E796-4ACF-BDBF-E9790302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2057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295E5-D98A-4926-9C86-676E1EB7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434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昵称不止一个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8BB89-B186-48A8-ABA1-0280D924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91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提供多个昵称方向，方便选择最像自己的那一版。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5688A-CD73-4229-A8CB-03F37597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方案页采用适合手机阅读的分区排版，关键信息一眼可见。</a:t>
            </a:r>
          </a:p>
        </p:txBody>
      </p:sp>
    </p:spTree>
    <p:extLst>
      <p:ext uri="{BB962C8B-B14F-4D97-AF65-F5344CB8AC3E}">
        <p14:creationId xmlns:p14="http://schemas.microsoft.com/office/powerpoint/2010/main" val="1999476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FD90D-6FB2-46C2-B60C-528D0773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143500"/>
            <a:ext cx="4762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086EC-0310-499D-A57F-82755CA9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238250"/>
            <a:ext cx="31432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F3795-1988-4DE5-879E-2D9ED08B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31145"/>
                </a:solidFill>
              </a:defRPr>
            </a:pPr>
            <a:r>
              <a:rPr sz="900" b="1">
                <a:solidFill>
                  <a:srgbClr val="D31145"/>
                </a:solidFill>
              </a:rPr>
              <a:t>AIA AUTO 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B2B5C-118C-4FC3-8F1D-3760946C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59B13-7414-4EC6-8C16-82F3C111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31145"/>
                </a:solidFill>
              </a:defRPr>
            </a:pPr>
            <a:r>
              <a:rPr sz="975" b="1">
                <a:solidFill>
                  <a:srgbClr val="D31145"/>
                </a:solidFill>
              </a:rPr>
              <a:t>第 4 步 · 选择并复制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A7715-E600-4EB1-88C7-BF7D1E3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B35"/>
                </a:solidFill>
              </a:defRPr>
            </a:pPr>
            <a:r>
              <a:rPr sz="2550" b="1">
                <a:solidFill>
                  <a:srgbClr val="121B35"/>
                </a:solidFill>
              </a:rPr>
              <a:t>两套平台简介，直接复制再上传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1EAF5-15C3-4B3C-9569-DBBCA00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小红书与视频号/抖音分别提供两套侧重点不同的版本。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E2CD2-F53A-4AE0-8F5B-297D2B3F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724900" cy="4362450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2f2314cc64879"/>
          <a:stretch xmlns:a="http://schemas.openxmlformats.org/drawingml/2006/main"/>
        </p:blipFill>
        <p:spPr>
          <a:xfrm xmlns:a="http://schemas.openxmlformats.org/drawingml/2006/main">
            <a:off x="1604010" y="2190750"/>
            <a:ext cx="673608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BD56B-C9E2-45AD-9382-DD214AC8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1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56E14-4005-4E1E-92E2-B2D79654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亮点 2 · 两套选择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AF1F7-636E-435F-860F-D4E17C9B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9812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CDAF5-E73E-44DE-B35B-9C069F1D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242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直接复制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8DBEE-A77D-49BA-9F10-0385E2F0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每一套简介都放在文本框中，一键复制全文。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73351-98F7-459B-817D-D71D1741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76700"/>
            <a:ext cx="19812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CF81E-FF55-4445-8E36-83537CAE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29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平台写法不同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92BEE-DDD5-4B22-9E64-A5EBFA58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14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视频号 / 抖音保留执业编号位置“000”，上传前替换即可。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3DCFC-50D8-45DB-846C-ACCC0DD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不满意可以继续对话补充偏好，再生成新的方案版本。</a:t>
            </a:r>
          </a:p>
        </p:txBody>
      </p:sp>
    </p:spTree>
    <p:extLst>
      <p:ext uri="{BB962C8B-B14F-4D97-AF65-F5344CB8AC3E}">
        <p14:creationId xmlns:p14="http://schemas.microsoft.com/office/powerpoint/2010/main" val="506403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84E72-C0B0-41CA-8584-AC62E62E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143500"/>
            <a:ext cx="4762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51B3-5C1D-45AB-9A5E-F28B9097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238250"/>
            <a:ext cx="31432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5CCC5-D35C-4D82-8A7F-EF33C26B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31145"/>
                </a:solidFill>
              </a:defRPr>
            </a:pPr>
            <a:r>
              <a:rPr sz="900" b="1">
                <a:solidFill>
                  <a:srgbClr val="D31145"/>
                </a:solidFill>
              </a:rPr>
              <a:t>AIA AUTO 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8DE4B-3756-425A-9A11-D2F36DF0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CF43E-2603-4786-A2C2-15C9CB1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31145"/>
                </a:solidFill>
              </a:defRPr>
            </a:pPr>
            <a:r>
              <a:rPr sz="975" b="1">
                <a:solidFill>
                  <a:srgbClr val="D31145"/>
                </a:solidFill>
              </a:rPr>
              <a:t>第 5 步 · 上传前核对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BEE4A-54FA-4E3A-95A4-1493B6D7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B35"/>
                </a:solidFill>
              </a:defRPr>
            </a:pPr>
            <a:r>
              <a:rPr sz="2550" b="1">
                <a:solidFill>
                  <a:srgbClr val="121B35"/>
                </a:solidFill>
              </a:rPr>
              <a:t>简介复制前，先看一眼合规提示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F1AFD-F0A7-435D-BE43-2977144D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避免自己改文案时误加入联系方式、引流或夸大承诺。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2942D-F19A-40FB-80DB-5803C61B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724900" cy="4362450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76f7f1e614c95"/>
          <a:stretch xmlns:a="http://schemas.openxmlformats.org/drawingml/2006/main"/>
        </p:blipFill>
        <p:spPr>
          <a:xfrm xmlns:a="http://schemas.openxmlformats.org/drawingml/2006/main">
            <a:off x="1604010" y="2190750"/>
            <a:ext cx="673608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F963A-AC04-45A5-8EEF-76254A51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1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FF2BD-F956-4BDE-92E5-365C8735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亮点 3 · 合规提示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66D68-4E50-496C-9CEF-7ACD71C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9812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0D626-D110-4349-B8AF-1301BCF0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242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可以表达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0DF0F-943C-4CC6-8BB2-3D4FDF6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真实经历、城市、专业服务方向与真实荣誉。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E9340-01D3-4A9E-AE18-E37675C7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76700"/>
            <a:ext cx="19812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5B534-3FD3-4D66-A805-2D3DAEA3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29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1145"/>
                </a:solidFill>
              </a:defRPr>
            </a:pPr>
            <a:r>
              <a:rPr sz="1275" b="1">
                <a:solidFill>
                  <a:srgbClr val="D31145"/>
                </a:solidFill>
              </a:rPr>
              <a:t>避免写入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0B449-7824-4AA5-A277-CC0EB7F0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14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1B35"/>
                </a:solidFill>
              </a:defRPr>
            </a:pPr>
            <a:r>
              <a:rPr sz="1125" b="0">
                <a:solidFill>
                  <a:srgbClr val="121B35"/>
                </a:solidFill>
              </a:rPr>
              <a:t>联系方式、引流用语、敏感词、夸大承诺与个人招募招商。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920FA-A2F9-476B-B1BA-A82D291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平台提醒：小红书个人简介 7 天限修改 3 次；视频号昵称每年最多可修改 5 次。</a:t>
            </a:r>
          </a:p>
        </p:txBody>
      </p:sp>
    </p:spTree>
    <p:extLst>
      <p:ext uri="{BB962C8B-B14F-4D97-AF65-F5344CB8AC3E}">
        <p14:creationId xmlns:p14="http://schemas.microsoft.com/office/powerpoint/2010/main" val="612947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2026-08-18T05:14:16.3860000Z</dcterms:created>
  <dcterms:modified xsi:type="dcterms:W3CDTF">2026-08-18T05:14:16.3860000Z</dcterms:modified>
</coreProperties>
</file>